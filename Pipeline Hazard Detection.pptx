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bc6dc884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bc6dc884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bc6dc884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bc6dc884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bc6dc884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bc6dc884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bc6dc884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bc6dc884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bc6dc884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bc6dc884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4200"/>
              <a:t>Pipeline Hazard Detection</a:t>
            </a:r>
            <a:endParaRPr sz="42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Jack Meadows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Read After Write (RAW) Hazards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An instruction reads from a source before its ready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Can be solved by forwarding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Load Use Hazard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Data is not ready </a:t>
            </a:r>
            <a:r>
              <a:rPr lang="en" sz="1400"/>
              <a:t>when</a:t>
            </a:r>
            <a:r>
              <a:rPr lang="en" sz="1400"/>
              <a:t> </a:t>
            </a:r>
            <a:r>
              <a:rPr lang="en" sz="1400"/>
              <a:t>it's</a:t>
            </a:r>
            <a:r>
              <a:rPr lang="en" sz="1400"/>
              <a:t> needed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Must stall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Most common bottleneck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Control Hazard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Caused by branching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Wrong instruction fetched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Pipeline</a:t>
            </a:r>
            <a:r>
              <a:rPr lang="en" sz="1400"/>
              <a:t> must flush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Modified </a:t>
            </a:r>
            <a:r>
              <a:rPr lang="en" sz="1600"/>
              <a:t>Assignment</a:t>
            </a:r>
            <a:r>
              <a:rPr lang="en" sz="1600"/>
              <a:t> 5’s </a:t>
            </a:r>
            <a:r>
              <a:rPr lang="en" sz="1600"/>
              <a:t>pipeline</a:t>
            </a:r>
            <a:r>
              <a:rPr lang="en" sz="1600"/>
              <a:t> simulator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Updated hex_inst.txt to create hazards to demonstrate the hazard detection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Hazard Detector Class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Stores all data for report log including stalls, hazards, and CPI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Creates the report file</a:t>
            </a:r>
            <a:endParaRPr sz="14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Hazard Detection Section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Checks if ID reads what  EX/MEM/WB writes and logs hazard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Looks if EX loads an instruction and if ID needs that </a:t>
            </a:r>
            <a:r>
              <a:rPr lang="en" sz="1400"/>
              <a:t>register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If so insert a stall cycle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44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Demo</a:t>
            </a:r>
            <a:endParaRPr b="1"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 stalls are from Load-Use hazards not from RAW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RAW hazards don’t cause any stalls from forwarding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Just a small amount of Load-Use hazards created a large percent of stall cycles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